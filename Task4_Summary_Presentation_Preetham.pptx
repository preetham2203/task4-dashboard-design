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Montserra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ba9f654f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ba9f654f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ba9f654f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ba9f654f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ba9f654f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ba9f654f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ba9f654f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ba9f654f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en-GB"/>
              <a:t>Superstore Sales Dashboard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Elevate Labs Internship – Task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-GB" sz="3200">
                <a:latin typeface="Montserrat"/>
                <a:ea typeface="Montserrat"/>
                <a:cs typeface="Montserrat"/>
                <a:sym typeface="Montserrat"/>
              </a:rPr>
              <a:t>Key Metrics Overview</a:t>
            </a:r>
            <a:endParaRPr b="1" sz="3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89875" y="1089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-  </a:t>
            </a:r>
            <a:r>
              <a:rPr lang="en-GB"/>
              <a:t>Displays total sales, profit, and quantity for quick performance tracking.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275" y="1957388"/>
            <a:ext cx="6572250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317500"/>
            <a:ext cx="85206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                             </a:t>
            </a: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Dashboard 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889000"/>
            <a:ext cx="8520600" cy="4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Sales trends over time by product category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Regional performance with profitability view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Top-performing sub-categories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Interactive filtering via region and category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5" title="Screenshot 2025-04-14 1311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8500" y="971550"/>
            <a:ext cx="3352800" cy="387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-GB" sz="3200">
                <a:latin typeface="Montserrat"/>
                <a:ea typeface="Montserrat"/>
                <a:cs typeface="Montserrat"/>
                <a:sym typeface="Montserrat"/>
              </a:rPr>
              <a:t>Key Insights</a:t>
            </a:r>
            <a:endParaRPr b="1" sz="3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West region generated the highest profit overall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Technology category showed steady monthly growth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Chairs and Phones are top-selling sub-categories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Most sales occurred during Q4 (Oct–Dec)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Office Supplies had lower profit margins despite high sales volume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-GB" sz="3200">
                <a:latin typeface="Montserrat"/>
                <a:ea typeface="Montserrat"/>
                <a:cs typeface="Montserrat"/>
                <a:sym typeface="Montserrat"/>
              </a:rPr>
              <a:t>Tools Used &amp; Submission Info</a:t>
            </a:r>
            <a:endParaRPr b="1" sz="3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• Tableau Desktop – For dashboard creation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• Sample Superstore Dataset (Excel) – Sales data source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• Google Slides – Presentation design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• GitHub – Submission hosting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Prepared by: Preetham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For: Elevate Labs Data Analyst Internship – Task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